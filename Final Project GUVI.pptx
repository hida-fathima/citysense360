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9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0" y="6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c2dbe198_0_1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c2dbe198_0_1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c2dbe198_0_14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c2dbe198_0_14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1c2dbe198_0_1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1c2dbe198_0_1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1c2dbe198_0_14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1c2dbe198_0_14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c2dbe198_0_14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1c2dbe198_0_14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1c2dbe198_0_1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1c2dbe198_0_14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1c2dbe198_0_1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1c2dbe198_0_1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1c2dbe198_0_1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1c2dbe198_0_15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1c2dbe198_0_1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1c2dbe198_0_1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1c2dbe198_0_1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1c2dbe198_0_1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145044" y="1819275"/>
            <a:ext cx="8866526" cy="9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</a:pP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CitySense360: AI-Powered Smart City Intelligence</a:t>
            </a:r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Integrated Urban Command Center for Predictive Analytics &amp; Public Infrastructure Automation</a:t>
            </a:r>
            <a:endParaRPr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5483700" y="3284025"/>
            <a:ext cx="3348600" cy="7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Times New Roman"/>
                <a:ea typeface="Times New Roman"/>
                <a:cs typeface="Times New Roman"/>
                <a:sym typeface="Times New Roman"/>
              </a:rPr>
              <a:t>Hida Fathima P H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360946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Urban Challenge (Problem Statement)</a:t>
            </a:r>
            <a:endParaRPr sz="2600" b="1" u="sng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>
            <a:off x="422661" y="1641739"/>
            <a:ext cx="8175600" cy="307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lvl="0" indent="-355600">
              <a:lnSpc>
                <a:spcPct val="150000"/>
              </a:lnSpc>
              <a:spcBef>
                <a:spcPts val="800"/>
              </a:spcBef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Silos: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Traffic, Energy, and Safety data exist in disconnected systems, preventing holistic decision-making.</a:t>
            </a:r>
          </a:p>
          <a:p>
            <a:pPr lvl="0" indent="-355600">
              <a:lnSpc>
                <a:spcPct val="150000"/>
              </a:lnSpc>
              <a:spcBef>
                <a:spcPts val="800"/>
              </a:spcBef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Reactive Management: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Authorities rely on manual complaints and physical inspections, leading to slow response times.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355600">
              <a:lnSpc>
                <a:spcPct val="150000"/>
              </a:lnSpc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Gap: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Lack of a unified, real-time platform that combines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Intelligence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(CCTV) with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Forecasting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(Traffic/Energy).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66418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u="sng" dirty="0">
                <a:latin typeface="Times New Roman"/>
                <a:ea typeface="Times New Roman"/>
                <a:cs typeface="Times New Roman"/>
                <a:sym typeface="Times New Roman"/>
              </a:rPr>
              <a:t>The Solution – CitySense360</a:t>
            </a:r>
            <a:endParaRPr sz="26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312627" y="1901736"/>
            <a:ext cx="8661107" cy="28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101600" lvl="0" indent="0" algn="just">
              <a:lnSpc>
                <a:spcPct val="110000"/>
              </a:lnSpc>
              <a:spcBef>
                <a:spcPts val="800"/>
              </a:spcBef>
              <a:buClr>
                <a:schemeClr val="dk1"/>
              </a:buClr>
              <a:buSzPts val="2000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unified "Command Center" Dashboard integrating Computer Vision, NLP, and Deep Learning.</a:t>
            </a:r>
          </a:p>
          <a:p>
            <a:pPr marL="101600" lvl="0" indent="0" algn="just">
              <a:lnSpc>
                <a:spcPct val="110000"/>
              </a:lnSpc>
              <a:spcBef>
                <a:spcPts val="800"/>
              </a:spcBef>
              <a:buClr>
                <a:schemeClr val="dk1"/>
              </a:buClr>
              <a:buSzPts val="2000"/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Capabilities: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👁️ See: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Detects accidents and road defects (YOLOv8).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📈 Predict: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Forecasts Traffic, Metro ridership, and Energy loads 24h ahead (LSTM/GRU).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🗣️ Resolve: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Automates citizen grievance redressal using Agentic AI (Llama 3 +  DistilBERT).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453967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620" b="1" u="sng" dirty="0">
                <a:latin typeface="Times New Roman"/>
                <a:ea typeface="Times New Roman"/>
                <a:cs typeface="Times New Roman"/>
                <a:sym typeface="Times New Roman"/>
              </a:rPr>
              <a:t>System Architecture &amp; Deployment</a:t>
            </a:r>
            <a:endParaRPr sz="262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137220" y="1625972"/>
            <a:ext cx="5040175" cy="31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Deployment Strategy: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 Version (Local/Docker):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Full GPU acceleration for RAG Agents &amp; Deep Learning.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 Version (Cloud):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Optimized cloud-lite branch deployed on Streamlit Community Cloud for public access 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3.10,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Streamlit.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Engine: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(Agents),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Ultralytics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(Vision),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(Pollution).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Ingests CSV logs, CCTV frames, and JSON feeds into a centralized pipeline.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8E72D3E3-A6A4-BD76-C465-795E68597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224" y="2079858"/>
            <a:ext cx="3966632" cy="179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421136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620" b="1" u="sng" dirty="0">
                <a:latin typeface="Times New Roman"/>
                <a:ea typeface="Times New Roman"/>
                <a:cs typeface="Times New Roman"/>
                <a:sym typeface="Times New Roman"/>
              </a:rPr>
              <a:t>Predictive Analytics Modules</a:t>
            </a:r>
            <a:endParaRPr sz="262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426599" y="1578850"/>
            <a:ext cx="7582283" cy="33589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🚦 Traffic Forecaster: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Bi-Directional LSTM.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92.52% Accuracy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predicting congestion trends.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🚇 Metro Analytics: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Bi-LSTM for ridership demand.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92.91% Accuracy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optimizing train frequency.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⚡ Energy Monitor: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GRU (Gated Recurrent Unit).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95.65% Accuracy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grid load forecasting.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🌫️ Pollution Tracker: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Geography Encoding.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74.77% Accuracy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hyperlocal AQI.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475854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sz="2620" b="1" u="sng" dirty="0">
                <a:latin typeface="Times New Roman"/>
                <a:ea typeface="Times New Roman"/>
                <a:cs typeface="Times New Roman"/>
                <a:sym typeface="Times New Roman"/>
              </a:rPr>
              <a:t>Visual &amp; Agentic Intelligence</a:t>
            </a:r>
            <a:endParaRPr sz="262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257259" y="1790963"/>
            <a:ext cx="8629482" cy="3257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🚨 Safety Monitor: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YOLOv8-Cls.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Detects Fire/Accidents with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94.9% Confidence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🛣️ Road Inspector: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YOLOv8 Detection.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Identifies Potholes/Cracks (mAP@50: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81.33%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🤖 Public Help Bot (RAG):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FAISS + Llama 3.</a:t>
            </a:r>
          </a:p>
          <a:p>
            <a:pPr marL="457200" lvl="1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Answers queries using official Motor Vehicles Act &amp; Disaster Guidelines.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44849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u="sng" dirty="0">
                <a:latin typeface="Times New Roman"/>
                <a:ea typeface="Times New Roman"/>
                <a:cs typeface="Times New Roman"/>
                <a:sym typeface="Times New Roman"/>
              </a:rPr>
              <a:t>Automated Grievance Redressal (Live Demo Highlight)</a:t>
            </a:r>
            <a:endParaRPr sz="26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174905" y="1579293"/>
            <a:ext cx="4687182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Workflow: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Ingest: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Citizen files a complaint in natural language.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Classify: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routes it to one of 81 departments (Accuracy: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84.3%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Reason: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Llama 3 Agent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analyzes severity and extracts location.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Act: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Generates an official "Internal Work Order" and a polite "Citizen Response" automatically.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05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2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 This drastically reduces manual triage time for city clerks.</a:t>
            </a:r>
            <a:endParaRPr lang="en-US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9" name="Picture 5">
            <a:extLst>
              <a:ext uri="{FF2B5EF4-FFF2-40B4-BE49-F238E27FC236}">
                <a16:creationId xmlns:a16="http://schemas.microsoft.com/office/drawing/2014/main" id="{00AAB9A9-0BCF-2EA9-EBC8-E8486C375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126" y="2098424"/>
            <a:ext cx="4141970" cy="230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>
            <a:spLocks noGrp="1"/>
          </p:cNvSpPr>
          <p:nvPr>
            <p:ph type="title"/>
          </p:nvPr>
        </p:nvSpPr>
        <p:spPr>
          <a:xfrm>
            <a:off x="448495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 b="1" u="sng">
                <a:latin typeface="Times New Roman"/>
                <a:ea typeface="Times New Roman"/>
                <a:cs typeface="Times New Roman"/>
                <a:sym typeface="Times New Roman"/>
              </a:rPr>
              <a:t> LIVE DEMO</a:t>
            </a:r>
            <a:endParaRPr sz="2620" b="1" u="sng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E8D83D5B-6BB0-1384-816F-150B15691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693" y="1330609"/>
            <a:ext cx="6669895" cy="3475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BAFEB9B5-1106-EFD0-2F2A-D66F436D8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36" y="934863"/>
            <a:ext cx="6570727" cy="3674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>
            <a:spLocks noGrp="1"/>
          </p:cNvSpPr>
          <p:nvPr>
            <p:ph type="title"/>
          </p:nvPr>
        </p:nvSpPr>
        <p:spPr>
          <a:xfrm>
            <a:off x="481326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b="1" u="sng" dirty="0">
                <a:latin typeface="Times New Roman"/>
                <a:ea typeface="Times New Roman"/>
                <a:cs typeface="Times New Roman"/>
                <a:sym typeface="Times New Roman"/>
              </a:rPr>
              <a:t>Conclusion &amp; Future Scope</a:t>
            </a:r>
            <a:endParaRPr sz="2600" b="1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20"/>
          <p:cNvSpPr txBox="1">
            <a:spLocks noGrp="1"/>
          </p:cNvSpPr>
          <p:nvPr>
            <p:ph type="body" idx="1"/>
          </p:nvPr>
        </p:nvSpPr>
        <p:spPr>
          <a:xfrm>
            <a:off x="536050" y="1721594"/>
            <a:ext cx="8115600" cy="30153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Achievement: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deployed a multi-modal AI platform with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operational modules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Innovation: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Solved the "Resource Constraint" problem using a dual-branch Git strategy (Lite vs. Pro).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live IoT Traffic Sensors.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 to Edge Devices (Raspberry Pi/Jetson Nano) for on-street inference.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295285" y="206468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You!!!</a:t>
            </a:r>
            <a:endParaRPr b="1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On-screen Show (16:9)</PresentationFormat>
  <Paragraphs>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Times New Roman</vt:lpstr>
      <vt:lpstr>Roboto</vt:lpstr>
      <vt:lpstr>Arial</vt:lpstr>
      <vt:lpstr>Material</vt:lpstr>
      <vt:lpstr>CitySense360: AI-Powered Smart City Intelligence Integrated Urban Command Center for Predictive Analytics &amp; Public Infrastructure Automation</vt:lpstr>
      <vt:lpstr>The Urban Challenge (Problem Statement)</vt:lpstr>
      <vt:lpstr>The Solution – CitySense360</vt:lpstr>
      <vt:lpstr>System Architecture &amp; Deployment</vt:lpstr>
      <vt:lpstr>Predictive Analytics Modules</vt:lpstr>
      <vt:lpstr>Visual &amp; Agentic Intelligence</vt:lpstr>
      <vt:lpstr>Automated Grievance Redressal (Live Demo Highlight)</vt:lpstr>
      <vt:lpstr> LIVE DEMO</vt:lpstr>
      <vt:lpstr>PowerPoint Presentation</vt:lpstr>
      <vt:lpstr>Conclusion &amp; Future Scope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Hida Fathima PH</dc:creator>
  <cp:lastModifiedBy>Hida Fathima PH</cp:lastModifiedBy>
  <cp:revision>1</cp:revision>
  <dcterms:modified xsi:type="dcterms:W3CDTF">2025-12-29T14:29:42Z</dcterms:modified>
</cp:coreProperties>
</file>